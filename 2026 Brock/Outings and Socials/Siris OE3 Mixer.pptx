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1" r:id="rId4"/>
    <p:sldId id="257" r:id="rId5"/>
    <p:sldId id="258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B2F0C"/>
    <a:srgbClr val="5927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71"/>
  </p:normalViewPr>
  <p:slideViewPr>
    <p:cSldViewPr snapToGrid="0">
      <p:cViewPr varScale="1">
        <p:scale>
          <a:sx n="88" d="100"/>
          <a:sy n="88" d="100"/>
        </p:scale>
        <p:origin x="17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83BC6-B1D9-6D8B-7C10-CB322C1C7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4A76CB-D7A2-CF2D-83A4-53C2FD3808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8C2A0-84F4-C7A1-6FA9-034DBA7EC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774E6-5ED2-7248-9C29-EC7641DBCA3C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3643F-1908-8276-00AB-B5B419716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197E1-C87C-6893-BA6E-04A013B47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0681A-D9BD-5049-A4FF-1A1FB00C2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536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DE5ED-2888-E0F8-42E7-193021A20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95EAD-01E4-7A31-FEDA-2772EC92F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14C17-B5DB-718A-42B2-1FACE5B7C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774E6-5ED2-7248-9C29-EC7641DBCA3C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F50B8-AAA3-A147-849B-3E82EE6B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46A70-4EAA-D498-B3E2-99665549A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0681A-D9BD-5049-A4FF-1A1FB00C2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587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F3BE7-DBA9-A6D8-9208-791B96EC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9F4DC-5445-BA6F-DCAE-8B5CA08C5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BCA35-704E-204E-61C5-4AA6E3DB8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774E6-5ED2-7248-9C29-EC7641DBCA3C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2E1E6-EF9A-5686-EAB6-303AC5CE0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168E0-F329-4DB5-287B-C7824515D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0681A-D9BD-5049-A4FF-1A1FB00C2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682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572C5-DABB-31F6-47B9-B18F44C10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AE326-D1D3-1FB3-DB1A-4A02CCE59B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8DFEBC-5789-B0D7-5E8E-5733B4F10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44781F-1041-EB96-F354-581BBEDDE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774E6-5ED2-7248-9C29-EC7641DBCA3C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B722BC-969D-F0C4-AF84-7FB659343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362D4-4E7E-1B05-F5C4-101FBD2DF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0681A-D9BD-5049-A4FF-1A1FB00C2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77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70C3C-8D94-4FA6-C31A-2F96A3D04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4100B-A433-AB94-541A-E3D426481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2AE71-7ACB-11F1-FAFE-AA6CC9E37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EB4FB1-C92E-31F2-3410-AF9FC876AA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AC2BA8-EEF2-37A0-9285-E7DD8BABD8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30634A-B538-0D4A-7A1B-F4E31E77C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774E6-5ED2-7248-9C29-EC7641DBCA3C}" type="datetimeFigureOut">
              <a:rPr lang="en-US" smtClean="0"/>
              <a:t>3/21/26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3A78C7-BF27-FDC4-9FF5-B59492A2A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5FF735-2D20-C954-FC04-D29EEF4FB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0681A-D9BD-5049-A4FF-1A1FB00C2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295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99E35-8CF6-E52C-B006-A60DDBAC7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2A4105-DDF4-4776-3657-1195CF5B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774E6-5ED2-7248-9C29-EC7641DBCA3C}" type="datetimeFigureOut">
              <a:rPr lang="en-US" smtClean="0"/>
              <a:t>3/21/26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1F41C9-08A3-B3DC-F22C-3D9946AFB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46CA12-B627-DAD7-A788-9FE0C97CF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0681A-D9BD-5049-A4FF-1A1FB00C2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916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1943FE-DB91-9231-CDF8-722FBCA99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774E6-5ED2-7248-9C29-EC7641DBCA3C}" type="datetimeFigureOut">
              <a:rPr lang="en-US" smtClean="0"/>
              <a:t>3/21/26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63366C-07EB-093E-0763-C5B9ED53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BC3AD-D04A-5D40-EEF1-73AA4C60B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0681A-D9BD-5049-A4FF-1A1FB00C2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8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830B2-B69E-8EA8-AEE5-E9B5BF0E0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74AFD-B278-F456-5414-F09C1FAFB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624BD4-631F-1B85-B33C-B9DE8A7CC1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636D5-7801-5BAD-FF4A-0CF4B7E6E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774E6-5ED2-7248-9C29-EC7641DBCA3C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36E288-0512-8821-B010-F5E383AEC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80786-7053-5265-A096-A222C8EEF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0681A-D9BD-5049-A4FF-1A1FB00C2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264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FDF84-A37F-B8D2-29C6-9AC40AE83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82EEB3-5C47-D54D-E799-5C6B13ADF2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27EE8-F704-F0D2-9259-8094E52F2F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71D1C-9C21-222B-1C92-548E7B070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774E6-5ED2-7248-9C29-EC7641DBCA3C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9514F-0A64-DFEF-5667-AB7EABF08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2C9FC4-E7E0-87D4-63E4-563E97A58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0681A-D9BD-5049-A4FF-1A1FB00C2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748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675E4-934C-42F4-C47C-21CB7C53E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95AF9D-60C9-FF79-E184-1B3FE591E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16ECC-372B-B5FD-7FE8-A4E000124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774E6-5ED2-7248-9C29-EC7641DBCA3C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58D2C-DB48-AD43-7096-5E59ED492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8FF6D-F31B-9C2D-9B7E-D089C5E60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0681A-D9BD-5049-A4FF-1A1FB00C2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380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0D7072-28BB-A5F1-E122-B72A2B6BF6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610A2E-481A-1613-70CD-1E384C631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4F43F-E71B-4530-3084-D0B866130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774E6-5ED2-7248-9C29-EC7641DBCA3C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21D27-4BA0-5830-5C8B-29114C644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1F7CB-7367-6522-DCED-3ECD75DE0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0681A-D9BD-5049-A4FF-1A1FB00C2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117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AF8604-C1DD-6451-8B81-BFF9292B3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30C44-FF9B-7E08-C369-FEE26E8DA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A21BE-7AD8-C5F0-EB95-97132DA390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4774E6-5ED2-7248-9C29-EC7641DBCA3C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8BB22-80FE-9D50-5107-3D7E0E5372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3077C-45D3-5876-5DB2-FC8F0A9A5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80681A-D9BD-5049-A4FF-1A1FB00C2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025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iris brings wine and conversation to St. Catharines">
            <a:extLst>
              <a:ext uri="{FF2B5EF4-FFF2-40B4-BE49-F238E27FC236}">
                <a16:creationId xmlns:a16="http://schemas.microsoft.com/office/drawing/2014/main" id="{A0E8032F-FBE0-3AA3-79B4-AF50009B0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8E3F50-6AE8-28F9-C322-E9232814D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Siris Tasting Room Social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006FA5-0FA3-EED2-A3AF-0F614D33B7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April 30</a:t>
            </a:r>
            <a:r>
              <a:rPr lang="en-US" baseline="30000">
                <a:solidFill>
                  <a:srgbClr val="FFFFFF"/>
                </a:solidFill>
              </a:rPr>
              <a:t>th</a:t>
            </a:r>
            <a:r>
              <a:rPr lang="en-US">
                <a:solidFill>
                  <a:srgbClr val="FFFFFF"/>
                </a:solidFill>
              </a:rPr>
              <a:t> 6:30pm </a:t>
            </a:r>
          </a:p>
        </p:txBody>
      </p:sp>
    </p:spTree>
    <p:extLst>
      <p:ext uri="{BB962C8B-B14F-4D97-AF65-F5344CB8AC3E}">
        <p14:creationId xmlns:p14="http://schemas.microsoft.com/office/powerpoint/2010/main" val="31155705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5BB47-7E81-86EE-4AEF-153B880E1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Premise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8EFB1-01CC-E093-B1F4-696333488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09004"/>
          </a:xfrm>
        </p:spPr>
        <p:txBody>
          <a:bodyPr>
            <a:normAutofit/>
          </a:bodyPr>
          <a:lstStyle/>
          <a:p>
            <a:r>
              <a:rPr lang="en-US" sz="2400" dirty="0"/>
              <a:t>A slightly elevated casual mixer </a:t>
            </a:r>
          </a:p>
          <a:p>
            <a:r>
              <a:rPr lang="en-US" sz="2400" dirty="0"/>
              <a:t>Think of a wine and cheese night </a:t>
            </a:r>
          </a:p>
          <a:p>
            <a:pPr lvl="1"/>
            <a:r>
              <a:rPr lang="en-US" sz="2000" dirty="0"/>
              <a:t>Casual music (asking Jake and Ricardo, unpaid opportunity)</a:t>
            </a:r>
          </a:p>
          <a:p>
            <a:pPr lvl="1"/>
            <a:r>
              <a:rPr lang="en-US" sz="2000" dirty="0"/>
              <a:t>Minimal seating (some available in each room for accessibility) to encourage mingling </a:t>
            </a:r>
          </a:p>
          <a:p>
            <a:r>
              <a:rPr lang="en-US" sz="2400" dirty="0"/>
              <a:t>Will have a variety of food options (allergies and restrictions accounted for, Chef Kevin is on it)</a:t>
            </a:r>
          </a:p>
          <a:p>
            <a:r>
              <a:rPr lang="en-US" sz="2400" dirty="0"/>
              <a:t>Will have non-alcoholic drinks as well </a:t>
            </a:r>
          </a:p>
          <a:p>
            <a:r>
              <a:rPr lang="en-US" sz="2400" dirty="0"/>
              <a:t>Scavenger hunt items can be here </a:t>
            </a:r>
          </a:p>
          <a:p>
            <a:r>
              <a:rPr lang="en-US" sz="2400" dirty="0"/>
              <a:t>We will have social bingo </a:t>
            </a:r>
          </a:p>
          <a:p>
            <a:pPr lvl="1"/>
            <a:r>
              <a:rPr lang="en-US" sz="2000" dirty="0"/>
              <a:t>Can have other social games like </a:t>
            </a:r>
            <a:r>
              <a:rPr lang="en-US" sz="2000" dirty="0" err="1"/>
              <a:t>colour</a:t>
            </a:r>
            <a:r>
              <a:rPr lang="en-US" sz="2000" dirty="0"/>
              <a:t> coded bracelets for which of the 3 E’s you identify with most, if badges for people looking for collaborations or little networking cards (I have ideas)</a:t>
            </a:r>
          </a:p>
        </p:txBody>
      </p:sp>
    </p:spTree>
    <p:extLst>
      <p:ext uri="{BB962C8B-B14F-4D97-AF65-F5344CB8AC3E}">
        <p14:creationId xmlns:p14="http://schemas.microsoft.com/office/powerpoint/2010/main" val="3986659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E30ED-68CB-280D-B127-34433FD54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Where, When, How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664DB-3D53-CCDF-6DBC-0F302AAE5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WHERE: Siris Tasting Lounge </a:t>
            </a:r>
          </a:p>
          <a:p>
            <a:r>
              <a:rPr lang="en-US" dirty="0"/>
              <a:t>WHEN: 6:30pm/7pm start time April 30 2026 </a:t>
            </a:r>
          </a:p>
          <a:p>
            <a:pPr lvl="1"/>
            <a:r>
              <a:rPr lang="en-US" dirty="0"/>
              <a:t>Would be right at the end of the keynote</a:t>
            </a:r>
          </a:p>
          <a:p>
            <a:pPr lvl="1"/>
            <a:r>
              <a:rPr lang="en-US" i="1" dirty="0"/>
              <a:t>Margarita asked for start time at 6:30 so they are not closed for no reason.</a:t>
            </a:r>
          </a:p>
          <a:p>
            <a:pPr lvl="2"/>
            <a:r>
              <a:rPr lang="en-US" i="1" dirty="0"/>
              <a:t>We will need to send volunteers there </a:t>
            </a:r>
          </a:p>
          <a:p>
            <a:r>
              <a:rPr lang="en-US" dirty="0"/>
              <a:t>HOW: Bus 316 leaves from Brock and stops at James St. </a:t>
            </a:r>
          </a:p>
          <a:p>
            <a:pPr lvl="1"/>
            <a:r>
              <a:rPr lang="en-US" dirty="0"/>
              <a:t>Volunteers and signage for direction </a:t>
            </a:r>
          </a:p>
          <a:p>
            <a:pPr lvl="1"/>
            <a:r>
              <a:rPr lang="en-US" dirty="0"/>
              <a:t>Asking Niagara Transit (again) for bus passes (10 ride pass) as sponsorship </a:t>
            </a:r>
            <a:r>
              <a:rPr lang="en-US" sz="1400" dirty="0"/>
              <a:t>(See supplemental slide at end)</a:t>
            </a:r>
            <a:endParaRPr lang="en-US" dirty="0"/>
          </a:p>
          <a:p>
            <a:pPr lvl="1"/>
            <a:r>
              <a:rPr lang="en-US" dirty="0"/>
              <a:t>If no sponsor the bus is $3.5/ride </a:t>
            </a:r>
          </a:p>
        </p:txBody>
      </p:sp>
    </p:spTree>
    <p:extLst>
      <p:ext uri="{BB962C8B-B14F-4D97-AF65-F5344CB8AC3E}">
        <p14:creationId xmlns:p14="http://schemas.microsoft.com/office/powerpoint/2010/main" val="673158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26360-43C8-487C-FE98-FAEE76F09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Structure Options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BABB5-7F7F-4922-4ADC-9BDB1D579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171" y="1825625"/>
            <a:ext cx="5069114" cy="241254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Partial Booking</a:t>
            </a:r>
          </a:p>
          <a:p>
            <a:r>
              <a:rPr lang="en-US" dirty="0"/>
              <a:t>&lt; 40 people </a:t>
            </a:r>
          </a:p>
          <a:p>
            <a:pPr lvl="1"/>
            <a:r>
              <a:rPr lang="en-US" dirty="0"/>
              <a:t>Can use the back of the restaurant </a:t>
            </a:r>
          </a:p>
          <a:p>
            <a:pPr lvl="1"/>
            <a:r>
              <a:rPr lang="en-US" dirty="0"/>
              <a:t>No minimum sales required.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A268042-9CF0-3EB1-430F-A1B8799A7ED9}"/>
              </a:ext>
            </a:extLst>
          </p:cNvPr>
          <p:cNvSpPr txBox="1">
            <a:spLocks/>
          </p:cNvSpPr>
          <p:nvPr/>
        </p:nvSpPr>
        <p:spPr>
          <a:xfrm>
            <a:off x="7318828" y="1825625"/>
            <a:ext cx="4034971" cy="241254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Private Booking</a:t>
            </a:r>
          </a:p>
          <a:p>
            <a:r>
              <a:rPr lang="en-US" dirty="0"/>
              <a:t>&gt; 40 people </a:t>
            </a:r>
          </a:p>
          <a:p>
            <a:pPr lvl="1"/>
            <a:r>
              <a:rPr lang="en-US" dirty="0"/>
              <a:t>Will need to close the whole bar </a:t>
            </a:r>
          </a:p>
          <a:p>
            <a:pPr lvl="1"/>
            <a:r>
              <a:rPr lang="en-US" dirty="0"/>
              <a:t>Minimum sale of $2500 </a:t>
            </a:r>
          </a:p>
          <a:p>
            <a:pPr lvl="2"/>
            <a:r>
              <a:rPr lang="en-US" dirty="0"/>
              <a:t>If 40 people that’s $63pp before tax</a:t>
            </a:r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6DD373-D005-9068-EB6A-49E7E6138FFE}"/>
              </a:ext>
            </a:extLst>
          </p:cNvPr>
          <p:cNvSpPr txBox="1"/>
          <p:nvPr/>
        </p:nvSpPr>
        <p:spPr>
          <a:xfrm>
            <a:off x="986971" y="4553883"/>
            <a:ext cx="9782629" cy="193899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We need to know an estimate by April 10</a:t>
            </a:r>
            <a:r>
              <a:rPr lang="en-US" sz="2400" baseline="30000" dirty="0">
                <a:solidFill>
                  <a:schemeClr val="tx1"/>
                </a:solidFill>
              </a:rPr>
              <a:t>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Reem is adding and RSVP to the registration page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Current registrants will be emailed to RSVP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We can go with planning the whole venue option and then scale back if needed</a:t>
            </a:r>
          </a:p>
        </p:txBody>
      </p:sp>
    </p:spTree>
    <p:extLst>
      <p:ext uri="{BB962C8B-B14F-4D97-AF65-F5344CB8AC3E}">
        <p14:creationId xmlns:p14="http://schemas.microsoft.com/office/powerpoint/2010/main" val="3550342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D8585-BE19-4D7E-0BC2-51C6BC95A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Pricing Options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84795-153F-DCEF-240A-19EC06EF5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Best Case Scenario </a:t>
            </a:r>
          </a:p>
          <a:p>
            <a:pPr lvl="1"/>
            <a:r>
              <a:rPr lang="en-US" dirty="0"/>
              <a:t>We get sponsors to take care of the $2500 cost, give everyone one drink and pay for the food, extra drinks are paid for by guests. </a:t>
            </a:r>
          </a:p>
          <a:p>
            <a:r>
              <a:rPr lang="en-US" dirty="0"/>
              <a:t>Most likely scenario </a:t>
            </a:r>
          </a:p>
          <a:p>
            <a:pPr lvl="1"/>
            <a:r>
              <a:rPr lang="en-US" dirty="0"/>
              <a:t>Guests pay for their own food and drink and we pay nothing because they make $2500 in sales</a:t>
            </a:r>
          </a:p>
          <a:p>
            <a:r>
              <a:rPr lang="en-US" dirty="0"/>
              <a:t>Worst case scenario </a:t>
            </a:r>
          </a:p>
          <a:p>
            <a:pPr lvl="1"/>
            <a:r>
              <a:rPr lang="en-US" dirty="0"/>
              <a:t>We get a lot of RSVP’s, they don’t come or don’t spend money, we are on the hook for $2500. </a:t>
            </a:r>
          </a:p>
          <a:p>
            <a:pPr lvl="2"/>
            <a:r>
              <a:rPr lang="en-US" dirty="0"/>
              <a:t>Contingency plan on next slide </a:t>
            </a:r>
          </a:p>
        </p:txBody>
      </p:sp>
    </p:spTree>
    <p:extLst>
      <p:ext uri="{BB962C8B-B14F-4D97-AF65-F5344CB8AC3E}">
        <p14:creationId xmlns:p14="http://schemas.microsoft.com/office/powerpoint/2010/main" val="3419328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7DBB3-6FA5-8F4F-6576-948EA5A4D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Contingency plan – Let’s not fail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096BC-D14E-32BB-7553-27D75762F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54"/>
            <a:ext cx="10515600" cy="4821918"/>
          </a:xfrm>
        </p:spPr>
        <p:txBody>
          <a:bodyPr>
            <a:normAutofit/>
          </a:bodyPr>
          <a:lstStyle/>
          <a:p>
            <a:r>
              <a:rPr lang="en-US" dirty="0"/>
              <a:t>What if everyone says they’re coming but no one shows up? </a:t>
            </a:r>
          </a:p>
          <a:p>
            <a:pPr lvl="1"/>
            <a:r>
              <a:rPr lang="en-US" dirty="0"/>
              <a:t>We have to pay $2500 and that sucks </a:t>
            </a:r>
          </a:p>
          <a:p>
            <a:r>
              <a:rPr lang="en-US" dirty="0"/>
              <a:t>How can we prevent this? </a:t>
            </a:r>
          </a:p>
          <a:p>
            <a:pPr lvl="1"/>
            <a:r>
              <a:rPr lang="en-US" dirty="0"/>
              <a:t>Sponsors to cover the event (we are trying) </a:t>
            </a:r>
          </a:p>
          <a:p>
            <a:pPr lvl="1"/>
            <a:r>
              <a:rPr lang="en-US" dirty="0"/>
              <a:t>Sell tickets to cover the event cost (less ideal for guests) </a:t>
            </a:r>
          </a:p>
          <a:p>
            <a:r>
              <a:rPr lang="en-US" dirty="0"/>
              <a:t>What’s the best option? </a:t>
            </a:r>
          </a:p>
          <a:p>
            <a:pPr lvl="1"/>
            <a:r>
              <a:rPr lang="en-US" b="1" dirty="0">
                <a:solidFill>
                  <a:srgbClr val="6B2F0C"/>
                </a:solidFill>
              </a:rPr>
              <a:t>Sell tickets to professors and Brock community members who are not registered for the conference but interested in the networking opportunity. </a:t>
            </a:r>
          </a:p>
          <a:p>
            <a:pPr lvl="2"/>
            <a:r>
              <a:rPr lang="en-US" dirty="0"/>
              <a:t>This will not be 100% cost coverage, but it will help</a:t>
            </a:r>
          </a:p>
          <a:p>
            <a:pPr lvl="2"/>
            <a:r>
              <a:rPr lang="en-US" dirty="0"/>
              <a:t>Tickets purchased are a cover charge and do not include alcohol </a:t>
            </a:r>
          </a:p>
          <a:p>
            <a:pPr lvl="2"/>
            <a:r>
              <a:rPr lang="en-US" dirty="0"/>
              <a:t>$10 cover + any money they spend would go toward the $2500 nightly total </a:t>
            </a:r>
          </a:p>
        </p:txBody>
      </p:sp>
    </p:spTree>
    <p:extLst>
      <p:ext uri="{BB962C8B-B14F-4D97-AF65-F5344CB8AC3E}">
        <p14:creationId xmlns:p14="http://schemas.microsoft.com/office/powerpoint/2010/main" val="1255615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46453-7D4D-EADC-1906-81ECA271C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Niagara 10 Bus Ride Pass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78D08-F5FB-B061-32F4-6014F2C76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$31 per pass</a:t>
            </a:r>
          </a:p>
          <a:p>
            <a:r>
              <a:rPr lang="en-US" dirty="0"/>
              <a:t>Would allow for to and from the conference each day + 4 extra </a:t>
            </a:r>
          </a:p>
          <a:p>
            <a:pPr lvl="1"/>
            <a:r>
              <a:rPr lang="en-US" dirty="0"/>
              <a:t>Downtown to the event on the 30</a:t>
            </a:r>
            <a:r>
              <a:rPr lang="en-US" baseline="30000" dirty="0"/>
              <a:t>th</a:t>
            </a:r>
            <a:r>
              <a:rPr lang="en-US" dirty="0"/>
              <a:t> fits as the “there and back” on the first day</a:t>
            </a:r>
          </a:p>
          <a:p>
            <a:r>
              <a:rPr lang="en-US" dirty="0"/>
              <a:t>If unable to get these donated by transit, I am putting them on our wish list for sponsors. </a:t>
            </a:r>
          </a:p>
          <a:p>
            <a:pPr lvl="1"/>
            <a:r>
              <a:rPr lang="en-US" dirty="0"/>
              <a:t>People may donate smaller amounts to cover a portion of the costs of passes.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944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B94294CB887F42BEEB8F68FE8A24CE" ma:contentTypeVersion="13" ma:contentTypeDescription="Create a new document." ma:contentTypeScope="" ma:versionID="a8ca079e182ddfc12ee31dc9cb9b7f46">
  <xsd:schema xmlns:xsd="http://www.w3.org/2001/XMLSchema" xmlns:xs="http://www.w3.org/2001/XMLSchema" xmlns:p="http://schemas.microsoft.com/office/2006/metadata/properties" xmlns:ns2="4f66800e-b8c8-4f1d-9966-46ed6851c537" xmlns:ns3="ac658da9-eddc-40b3-a3e4-f4ed2eb4c2ea" targetNamespace="http://schemas.microsoft.com/office/2006/metadata/properties" ma:root="true" ma:fieldsID="1bd2490ebfad810c670ff89d61b25ee3" ns2:_="" ns3:_="">
    <xsd:import namespace="4f66800e-b8c8-4f1d-9966-46ed6851c537"/>
    <xsd:import namespace="ac658da9-eddc-40b3-a3e4-f4ed2eb4c2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ogo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66800e-b8c8-4f1d-9966-46ed6851c5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08d44918-0402-4173-a38e-4345c47fbb3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Logo" ma:index="18" nillable="true" ma:displayName="Logo " ma:format="Dropdown" ma:internalName="Logo">
      <xsd:simpleType>
        <xsd:restriction base="dms:Text">
          <xsd:maxLength value="255"/>
        </xsd:restriction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658da9-eddc-40b3-a3e4-f4ed2eb4c2ea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25c88de9-26ca-44be-82ce-33109b6030b3}" ma:internalName="TaxCatchAll" ma:showField="CatchAllData" ma:web="ac658da9-eddc-40b3-a3e4-f4ed2eb4c2e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f66800e-b8c8-4f1d-9966-46ed6851c537">
      <Terms xmlns="http://schemas.microsoft.com/office/infopath/2007/PartnerControls"/>
    </lcf76f155ced4ddcb4097134ff3c332f>
    <TaxCatchAll xmlns="ac658da9-eddc-40b3-a3e4-f4ed2eb4c2ea" xsi:nil="true"/>
    <Logo xmlns="4f66800e-b8c8-4f1d-9966-46ed6851c537" xsi:nil="true"/>
  </documentManagement>
</p:properties>
</file>

<file path=customXml/itemProps1.xml><?xml version="1.0" encoding="utf-8"?>
<ds:datastoreItem xmlns:ds="http://schemas.openxmlformats.org/officeDocument/2006/customXml" ds:itemID="{08B6B4E3-18CD-4459-ABAF-816836A5274B}"/>
</file>

<file path=customXml/itemProps2.xml><?xml version="1.0" encoding="utf-8"?>
<ds:datastoreItem xmlns:ds="http://schemas.openxmlformats.org/officeDocument/2006/customXml" ds:itemID="{2F4AB6F1-ABB6-49C4-886F-8E26E2D8891E}"/>
</file>

<file path=customXml/itemProps3.xml><?xml version="1.0" encoding="utf-8"?>
<ds:datastoreItem xmlns:ds="http://schemas.openxmlformats.org/officeDocument/2006/customXml" ds:itemID="{D1B8A20E-007B-40F3-A242-C65EA5DD0466}"/>
</file>

<file path=docProps/app.xml><?xml version="1.0" encoding="utf-8"?>
<Properties xmlns="http://schemas.openxmlformats.org/officeDocument/2006/extended-properties" xmlns:vt="http://schemas.openxmlformats.org/officeDocument/2006/docPropsVTypes">
  <TotalTime>928</TotalTime>
  <Words>595</Words>
  <Application>Microsoft Macintosh PowerPoint</Application>
  <PresentationFormat>Widescreen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Siris Tasting Room Social</vt:lpstr>
      <vt:lpstr>Event Premise </vt:lpstr>
      <vt:lpstr>Where, When, How</vt:lpstr>
      <vt:lpstr>Event Structure Options  </vt:lpstr>
      <vt:lpstr>Pricing Options </vt:lpstr>
      <vt:lpstr>Contingency plan – Let’s not fail</vt:lpstr>
      <vt:lpstr>Niagara 10 Bus Ride Pass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Wilder</dc:creator>
  <cp:lastModifiedBy>Alex Wilder</cp:lastModifiedBy>
  <cp:revision>1</cp:revision>
  <dcterms:created xsi:type="dcterms:W3CDTF">2026-03-22T00:45:33Z</dcterms:created>
  <dcterms:modified xsi:type="dcterms:W3CDTF">2026-03-22T16:14:10Z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0x01010044B94294CB887F42BEEB8F68FE8A24CE</vt:lpwstr>
  </property>
</Properties>
</file>