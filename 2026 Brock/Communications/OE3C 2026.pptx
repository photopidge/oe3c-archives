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A8D8-09AC-39F2-1A71-DC841F9A6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54CEB-BF97-CDDD-A2DB-D526EA866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5BCAD-09A0-F125-2603-1538E77C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0435C-7BF2-9D1C-3E9F-EE24E6D7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CF49E-5520-B443-CAF5-F64D4470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513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7ED-AEAB-6BF5-277C-AC2A902F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63613-9A81-F397-D9BD-7655049D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FAC91-52B0-2C96-CDAF-F6C39761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1F962-3CAC-2D66-CFDB-0847FB87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EB2E-71BC-C8FE-14FA-F726F030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6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F834-7E6A-AED8-3975-DE8DB47D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9F54F-241F-87AF-5186-BFA77C469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2D3AE-AD73-DAD6-664D-EB79D3A3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9BC40-D4B6-FE1A-C55C-ABF711D7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BD7FB-D647-FC7A-A609-03AED50E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397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CD02-7007-D3E5-BD8F-D3F37270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AAB3-D3CD-3F9A-265D-BFCD140A1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F9E5D-597F-C645-51CA-C9F508FEA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1225-C9AC-A01A-18A2-16EC04B2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9C1EE-330A-7ED0-5BEE-293D2A1C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3A3F-8803-F8C7-0442-67EB2087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921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F222-1B8E-110E-E1A7-851DA20F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41E83-F85A-C4BA-1692-3F8221A86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A0755-EF80-6BAD-055A-98D1910E7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D0E64-DA39-E368-F5DD-504B3AED7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AA3AF-0B1E-4582-D643-4595147C7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C655B-A2F1-8CF3-2BC7-DA3680FD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F97212-3190-3829-8A7C-C91680DB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CFB7A-E8BE-BB2E-77A5-376DA783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80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E618-BB6A-3825-5F31-612F30AC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80527-A10E-F414-3A0F-3ECED981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8A30A-AC9A-674A-0DDB-7C012FE1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B513-A0FC-35D8-7518-3499B43D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855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20F4F-D095-B521-2AA8-59F9E81A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76553-E07B-6880-E8C3-1041AD78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B731B-B051-D1B6-59FB-4E7F2F83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80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6A84-0736-B59F-5041-4D24A48D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F253B-F241-ECA5-8082-CB064106F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ED6EA-E359-6322-AA27-3B9AD57F7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F7240-7007-EF8A-8139-EC449DF5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563ED-6FAA-5B0C-9D54-82966C1A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01456-A51E-55D2-F50B-07FBBCE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274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DCB8-5F36-217C-64A2-3FAEB902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045E3-8090-2D29-3BD8-BF8FEC85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071E2-478B-5D7D-396F-E3046206B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97828-A50D-BF85-C5FE-2F18904D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4546F-3FC8-6A29-7C16-A3783E84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E02EA-C314-B89F-8EBD-F9861DBD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76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613B-9FB7-F335-C722-21388F04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5A767-5DAD-7103-B939-04686502A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6AC82-E46A-B133-4B3D-07B8D398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B980C-BEC2-E46F-288D-96B78F5C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B7C57-6857-31D5-5441-805FFB93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66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D799F-77EC-976A-70EC-3BEFB6D67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2BFC4-DEC7-8979-264A-F86468C8C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5A878-DC9C-6E4F-D430-CCE73648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A6E8-DABA-4654-9CA3-C4FF0040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D5BEA-2979-D89C-E029-173CA895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78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DF34F-746F-61FE-8048-9E01CBD7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50E6-A3AA-4073-AEC9-C3188D65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EC59-13EA-9959-570A-90C96066D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AC035-DC31-44B9-A4A5-5E84107C003D}" type="datetimeFigureOut">
              <a:rPr lang="en-CA" smtClean="0"/>
              <a:t>2025-05-03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93666-C7B0-285F-F27C-3E2A1DF67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F131-E19E-2851-DA73-7B2D5B24B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24E0A-B12D-415D-86D1-01DAD63F39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751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D4D33BFB-D9B2-1A4C-C039-B3229FD7F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68" r="-1" b="10628"/>
          <a:stretch/>
        </p:blipFill>
        <p:spPr>
          <a:xfrm>
            <a:off x="462343" y="453918"/>
            <a:ext cx="4425623" cy="1868815"/>
          </a:xfrm>
          <a:prstGeom prst="rect">
            <a:avLst/>
          </a:prstGeom>
        </p:spPr>
      </p:pic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068D7E20-EFE1-D232-8399-3B3FBBCB8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8" r="-1" b="-1"/>
          <a:stretch/>
        </p:blipFill>
        <p:spPr>
          <a:xfrm>
            <a:off x="455134" y="2482591"/>
            <a:ext cx="4425623" cy="3918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3F52A-68B5-48D6-D244-DF55B7517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1" r="34721"/>
          <a:stretch/>
        </p:blipFill>
        <p:spPr>
          <a:xfrm>
            <a:off x="5039581" y="455276"/>
            <a:ext cx="2128524" cy="39182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634A21A-3D5D-4DFA-99F4-16A031986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1624" y="453918"/>
            <a:ext cx="4413176" cy="3918209"/>
          </a:xfrm>
          <a:prstGeom prst="rect">
            <a:avLst/>
          </a:prstGeom>
          <a:solidFill>
            <a:srgbClr val="475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3E94A-7DBF-C8AC-DDE1-2DF423C43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6421" y="1349189"/>
            <a:ext cx="3890683" cy="2079811"/>
          </a:xfrm>
        </p:spPr>
        <p:txBody>
          <a:bodyPr>
            <a:normAutofit fontScale="90000"/>
          </a:bodyPr>
          <a:lstStyle/>
          <a:p>
            <a:r>
              <a:rPr lang="en-CA" sz="4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OE3C 2026</a:t>
            </a:r>
            <a:br>
              <a:rPr lang="en-CA" sz="4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May 14-16, 2026</a:t>
            </a:r>
            <a:b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Brock University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08AF74-572B-FCF8-5105-1365A66A6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9" r="4889"/>
          <a:stretch/>
        </p:blipFill>
        <p:spPr>
          <a:xfrm>
            <a:off x="5035056" y="4533661"/>
            <a:ext cx="2133050" cy="1865533"/>
          </a:xfrm>
          <a:prstGeom prst="rect">
            <a:avLst/>
          </a:prstGeom>
        </p:spPr>
      </p:pic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CA224B46-CD1F-A774-3992-883B971DB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" r="11260" b="-7"/>
          <a:stretch/>
        </p:blipFill>
        <p:spPr>
          <a:xfrm>
            <a:off x="7318437" y="4535267"/>
            <a:ext cx="2136433" cy="1865533"/>
          </a:xfrm>
          <a:prstGeom prst="rect">
            <a:avLst/>
          </a:prstGeom>
        </p:spPr>
      </p:pic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DA767D87-0752-3339-5DF2-56961FB149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6" r="8467"/>
          <a:stretch/>
        </p:blipFill>
        <p:spPr>
          <a:xfrm>
            <a:off x="9609170" y="4535267"/>
            <a:ext cx="2125631" cy="18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8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24968-014E-A564-8A1C-06CBDD72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6803342C-B954-89A5-9313-74F5CC4531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31" b="1291"/>
          <a:stretch/>
        </p:blipFill>
        <p:spPr>
          <a:xfrm>
            <a:off x="-8" y="-4"/>
            <a:ext cx="12192000" cy="6855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4746B-A4CE-56CE-1C2D-EA1B8BE41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8368" y="4522156"/>
            <a:ext cx="4937937" cy="1363215"/>
          </a:xfrm>
        </p:spPr>
        <p:txBody>
          <a:bodyPr anchor="t">
            <a:normAutofit fontScale="90000"/>
          </a:bodyPr>
          <a:lstStyle/>
          <a:p>
            <a:r>
              <a:rPr lang="en-CA" b="1" dirty="0">
                <a:latin typeface="Verdana" panose="020B0604030504040204" pitchFamily="34" charset="0"/>
                <a:ea typeface="Verdana" panose="020B0604030504040204" pitchFamily="34" charset="0"/>
              </a:rPr>
              <a:t>OE3C 2026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  <a:t>May 14-16, 2026</a:t>
            </a:r>
            <a:b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2800" b="1" dirty="0">
                <a:latin typeface="Verdana" panose="020B0604030504040204" pitchFamily="34" charset="0"/>
                <a:ea typeface="Verdana" panose="020B0604030504040204" pitchFamily="34" charset="0"/>
              </a:rPr>
              <a:t>Brock University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F964EEB2-7B48-B627-539A-D5D3D13C7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2" r="-1" b="2792"/>
          <a:stretch/>
        </p:blipFill>
        <p:spPr>
          <a:xfrm>
            <a:off x="1246573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79B3E2-FB5D-431A-59BB-9F3F7036E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5"/>
          <a:stretch/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DA52810D-3BA6-D27B-CB04-49F13C03C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0" r="13119" b="-1"/>
          <a:stretch/>
        </p:blipFill>
        <p:spPr>
          <a:xfrm>
            <a:off x="5525559" y="725908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17DC7E5C-A92C-B5B5-4459-416A0C4AA7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5" r="638" b="-3"/>
          <a:stretch/>
        </p:blipFill>
        <p:spPr>
          <a:xfrm>
            <a:off x="8918761" y="-4331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91428B-54D1-3D56-D6D0-BA02B8C45F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3" r="22716" b="-2"/>
          <a:stretch/>
        </p:blipFill>
        <p:spPr>
          <a:xfrm>
            <a:off x="9363238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453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AD06A-8763-D107-4F11-3A9E7423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auditorium with red seats&#10;&#10;AI-generated content may be incorrect.">
            <a:extLst>
              <a:ext uri="{FF2B5EF4-FFF2-40B4-BE49-F238E27FC236}">
                <a16:creationId xmlns:a16="http://schemas.microsoft.com/office/drawing/2014/main" id="{4293BDCF-B1DF-92D6-FC30-BC604FCAB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r="3133" b="3"/>
          <a:stretch/>
        </p:blipFill>
        <p:spPr>
          <a:xfrm>
            <a:off x="4" y="-6236"/>
            <a:ext cx="3255403" cy="2505456"/>
          </a:xfrm>
          <a:custGeom>
            <a:avLst/>
            <a:gdLst/>
            <a:ahLst/>
            <a:cxnLst/>
            <a:rect l="l" t="t" r="r" b="b"/>
            <a:pathLst>
              <a:path w="3255403" h="2505456">
                <a:moveTo>
                  <a:pt x="0" y="0"/>
                </a:moveTo>
                <a:lnTo>
                  <a:pt x="3255403" y="0"/>
                </a:lnTo>
                <a:lnTo>
                  <a:pt x="2094477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5" name="Picture 4" descr="A building with a parking lot and a parking lot&#10;&#10;AI-generated content may be incorrect.">
            <a:extLst>
              <a:ext uri="{FF2B5EF4-FFF2-40B4-BE49-F238E27FC236}">
                <a16:creationId xmlns:a16="http://schemas.microsoft.com/office/drawing/2014/main" id="{6B9F1864-BDF0-2011-057B-91346AB7D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8" r="5" b="5"/>
          <a:stretch/>
        </p:blipFill>
        <p:spPr>
          <a:xfrm>
            <a:off x="4675539" y="-6235"/>
            <a:ext cx="3677817" cy="2505456"/>
          </a:xfrm>
          <a:custGeom>
            <a:avLst/>
            <a:gdLst/>
            <a:ahLst/>
            <a:cxnLst/>
            <a:rect l="l" t="t" r="r" b="b"/>
            <a:pathLst>
              <a:path w="3677817" h="2505456">
                <a:moveTo>
                  <a:pt x="1160926" y="0"/>
                </a:moveTo>
                <a:lnTo>
                  <a:pt x="3677817" y="0"/>
                </a:lnTo>
                <a:lnTo>
                  <a:pt x="2516891" y="2505456"/>
                </a:lnTo>
                <a:lnTo>
                  <a:pt x="0" y="2505456"/>
                </a:lnTo>
                <a:close/>
              </a:path>
            </a:pathLst>
          </a:custGeom>
        </p:spPr>
      </p:pic>
      <p:pic>
        <p:nvPicPr>
          <p:cNvPr id="7" name="Picture 6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A9A07F45-F975-B6BE-8CF7-43BA1E2FC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6" r="-3" b="4103"/>
          <a:stretch/>
        </p:blipFill>
        <p:spPr>
          <a:xfrm>
            <a:off x="7381876" y="1"/>
            <a:ext cx="4810125" cy="2501837"/>
          </a:xfrm>
          <a:custGeom>
            <a:avLst/>
            <a:gdLst/>
            <a:ahLst/>
            <a:cxnLst/>
            <a:rect l="l" t="t" r="r" b="b"/>
            <a:pathLst>
              <a:path w="4810125" h="2501837">
                <a:moveTo>
                  <a:pt x="1159248" y="0"/>
                </a:moveTo>
                <a:lnTo>
                  <a:pt x="4810125" y="0"/>
                </a:lnTo>
                <a:lnTo>
                  <a:pt x="4810125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3F8E0B-F55F-C82A-55F6-CABE54CED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1" r="-2" b="-2"/>
          <a:stretch/>
        </p:blipFill>
        <p:spPr>
          <a:xfrm>
            <a:off x="20" y="2658276"/>
            <a:ext cx="3770704" cy="4199724"/>
          </a:xfrm>
          <a:custGeom>
            <a:avLst/>
            <a:gdLst/>
            <a:ahLst/>
            <a:cxnLst/>
            <a:rect l="l" t="t" r="r" b="b"/>
            <a:pathLst>
              <a:path w="3770724" h="4199724">
                <a:moveTo>
                  <a:pt x="0" y="0"/>
                </a:moveTo>
                <a:lnTo>
                  <a:pt x="3770724" y="0"/>
                </a:lnTo>
                <a:lnTo>
                  <a:pt x="1824067" y="4199724"/>
                </a:lnTo>
                <a:lnTo>
                  <a:pt x="0" y="4199724"/>
                </a:lnTo>
                <a:close/>
              </a:path>
            </a:pathLst>
          </a:custGeom>
        </p:spPr>
      </p:pic>
      <p:pic>
        <p:nvPicPr>
          <p:cNvPr id="15" name="Picture 14" descr="A bunches of grapes on a vine&#10;&#10;AI-generated content may be incorrect.">
            <a:extLst>
              <a:ext uri="{FF2B5EF4-FFF2-40B4-BE49-F238E27FC236}">
                <a16:creationId xmlns:a16="http://schemas.microsoft.com/office/drawing/2014/main" id="{0B9A058C-EE5D-8E59-8701-1BC59C35B9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1" r="2" b="2"/>
          <a:stretch/>
        </p:blipFill>
        <p:spPr>
          <a:xfrm>
            <a:off x="2013796" y="2661900"/>
            <a:ext cx="5108726" cy="4197911"/>
          </a:xfrm>
          <a:custGeom>
            <a:avLst/>
            <a:gdLst/>
            <a:ahLst/>
            <a:cxnLst/>
            <a:rect l="l" t="t" r="r" b="b"/>
            <a:pathLst>
              <a:path w="5108726" h="4197911">
                <a:moveTo>
                  <a:pt x="1945141" y="0"/>
                </a:moveTo>
                <a:lnTo>
                  <a:pt x="5108726" y="0"/>
                </a:lnTo>
                <a:lnTo>
                  <a:pt x="3163585" y="4197911"/>
                </a:lnTo>
                <a:lnTo>
                  <a:pt x="3157362" y="4197911"/>
                </a:lnTo>
                <a:lnTo>
                  <a:pt x="1967571" y="4197911"/>
                </a:lnTo>
                <a:lnTo>
                  <a:pt x="317526" y="4197911"/>
                </a:lnTo>
                <a:lnTo>
                  <a:pt x="0" y="4197911"/>
                </a:lnTo>
                <a:close/>
              </a:path>
            </a:pathLst>
          </a:custGeom>
        </p:spPr>
      </p:pic>
      <p:sp>
        <p:nvSpPr>
          <p:cNvPr id="20" name="Freeform 43">
            <a:extLst>
              <a:ext uri="{FF2B5EF4-FFF2-40B4-BE49-F238E27FC236}">
                <a16:creationId xmlns:a16="http://schemas.microsoft.com/office/drawing/2014/main" id="{AAD8F19F-4A55-467B-BED0-8837659A9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53050" y="2660089"/>
            <a:ext cx="6838950" cy="4197911"/>
          </a:xfrm>
          <a:custGeom>
            <a:avLst/>
            <a:gdLst>
              <a:gd name="connsiteX0" fmla="*/ 4893809 w 6838950"/>
              <a:gd name="connsiteY0" fmla="*/ 0 h 4197911"/>
              <a:gd name="connsiteX1" fmla="*/ 4887586 w 6838950"/>
              <a:gd name="connsiteY1" fmla="*/ 0 h 4197911"/>
              <a:gd name="connsiteX2" fmla="*/ 3697795 w 6838950"/>
              <a:gd name="connsiteY2" fmla="*/ 0 h 4197911"/>
              <a:gd name="connsiteX3" fmla="*/ 2047750 w 6838950"/>
              <a:gd name="connsiteY3" fmla="*/ 0 h 4197911"/>
              <a:gd name="connsiteX4" fmla="*/ 0 w 6838950"/>
              <a:gd name="connsiteY4" fmla="*/ 0 h 4197911"/>
              <a:gd name="connsiteX5" fmla="*/ 0 w 6838950"/>
              <a:gd name="connsiteY5" fmla="*/ 4197911 h 4197911"/>
              <a:gd name="connsiteX6" fmla="*/ 6838950 w 6838950"/>
              <a:gd name="connsiteY6" fmla="*/ 4197911 h 41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38950" h="4197911">
                <a:moveTo>
                  <a:pt x="4893809" y="0"/>
                </a:moveTo>
                <a:lnTo>
                  <a:pt x="4887586" y="0"/>
                </a:lnTo>
                <a:lnTo>
                  <a:pt x="3697795" y="0"/>
                </a:lnTo>
                <a:lnTo>
                  <a:pt x="2047750" y="0"/>
                </a:lnTo>
                <a:lnTo>
                  <a:pt x="0" y="0"/>
                </a:lnTo>
                <a:lnTo>
                  <a:pt x="0" y="4197911"/>
                </a:lnTo>
                <a:lnTo>
                  <a:pt x="6838950" y="4197911"/>
                </a:lnTo>
                <a:close/>
              </a:path>
            </a:pathLst>
          </a:custGeom>
          <a:solidFill>
            <a:srgbClr val="475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BD35-C6BD-4DEB-8514-C6CBC1EB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9164" y="4189864"/>
            <a:ext cx="4997354" cy="2163872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CA" sz="6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OE3C 2026</a:t>
            </a: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May 14-16, 2026</a:t>
            </a:r>
            <a:b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sz="3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Brock University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AC2CC-2A7A-6F14-B876-67BE366825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4" r="13131" b="2"/>
          <a:stretch/>
        </p:blipFill>
        <p:spPr>
          <a:xfrm>
            <a:off x="2261968" y="1"/>
            <a:ext cx="3393943" cy="2502843"/>
          </a:xfrm>
          <a:custGeom>
            <a:avLst/>
            <a:gdLst/>
            <a:ahLst/>
            <a:cxnLst/>
            <a:rect l="l" t="t" r="r" b="b"/>
            <a:pathLst>
              <a:path w="3393943" h="2502843">
                <a:moveTo>
                  <a:pt x="1159715" y="0"/>
                </a:moveTo>
                <a:lnTo>
                  <a:pt x="3393943" y="0"/>
                </a:lnTo>
                <a:lnTo>
                  <a:pt x="2234228" y="2502843"/>
                </a:lnTo>
                <a:lnTo>
                  <a:pt x="0" y="250284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087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B94294CB887F42BEEB8F68FE8A24CE" ma:contentTypeVersion="13" ma:contentTypeDescription="Create a new document." ma:contentTypeScope="" ma:versionID="a8ca079e182ddfc12ee31dc9cb9b7f46">
  <xsd:schema xmlns:xsd="http://www.w3.org/2001/XMLSchema" xmlns:xs="http://www.w3.org/2001/XMLSchema" xmlns:p="http://schemas.microsoft.com/office/2006/metadata/properties" xmlns:ns2="4f66800e-b8c8-4f1d-9966-46ed6851c537" xmlns:ns3="ac658da9-eddc-40b3-a3e4-f4ed2eb4c2ea" targetNamespace="http://schemas.microsoft.com/office/2006/metadata/properties" ma:root="true" ma:fieldsID="1bd2490ebfad810c670ff89d61b25ee3" ns2:_="" ns3:_="">
    <xsd:import namespace="4f66800e-b8c8-4f1d-9966-46ed6851c537"/>
    <xsd:import namespace="ac658da9-eddc-40b3-a3e4-f4ed2eb4c2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ogo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66800e-b8c8-4f1d-9966-46ed6851c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8d44918-0402-4173-a38e-4345c47fbb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Logo" ma:index="18" nillable="true" ma:displayName="Logo " ma:format="Dropdown" ma:internalName="Logo">
      <xsd:simpleType>
        <xsd:restriction base="dms:Text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58da9-eddc-40b3-a3e4-f4ed2eb4c2e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5c88de9-26ca-44be-82ce-33109b6030b3}" ma:internalName="TaxCatchAll" ma:showField="CatchAllData" ma:web="ac658da9-eddc-40b3-a3e4-f4ed2eb4c2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66800e-b8c8-4f1d-9966-46ed6851c537">
      <Terms xmlns="http://schemas.microsoft.com/office/infopath/2007/PartnerControls"/>
    </lcf76f155ced4ddcb4097134ff3c332f>
    <TaxCatchAll xmlns="ac658da9-eddc-40b3-a3e4-f4ed2eb4c2ea" xsi:nil="true"/>
    <Logo xmlns="4f66800e-b8c8-4f1d-9966-46ed6851c537" xsi:nil="true"/>
  </documentManagement>
</p:properties>
</file>

<file path=customXml/itemProps1.xml><?xml version="1.0" encoding="utf-8"?>
<ds:datastoreItem xmlns:ds="http://schemas.openxmlformats.org/officeDocument/2006/customXml" ds:itemID="{C7C2BB11-374C-4CC3-9CA0-BE3FD20C2E0B}"/>
</file>

<file path=customXml/itemProps2.xml><?xml version="1.0" encoding="utf-8"?>
<ds:datastoreItem xmlns:ds="http://schemas.openxmlformats.org/officeDocument/2006/customXml" ds:itemID="{8F81E013-C853-47E6-A9F3-654AE2775088}"/>
</file>

<file path=customXml/itemProps3.xml><?xml version="1.0" encoding="utf-8"?>
<ds:datastoreItem xmlns:ds="http://schemas.openxmlformats.org/officeDocument/2006/customXml" ds:itemID="{41E61EC2-C3DC-45E0-94F5-5AC4552F3846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Verdana</vt:lpstr>
      <vt:lpstr>Office Theme</vt:lpstr>
      <vt:lpstr>OE3C 2026  May 14-16, 2026 Brock University</vt:lpstr>
      <vt:lpstr>OE3C 2026 May 14-16, 2026 Brock University</vt:lpstr>
      <vt:lpstr>OE3C 2026 May 14-16, 2026 Brock University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Kiyoko Gotanda</dc:creator>
  <cp:lastModifiedBy>Kiyoko Gotanda</cp:lastModifiedBy>
  <cp:revision>2</cp:revision>
  <dcterms:created xsi:type="dcterms:W3CDTF">2025-05-03T18:23:32Z</dcterms:created>
  <dcterms:modified xsi:type="dcterms:W3CDTF">2025-05-03T18:32:04Z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0x01010044B94294CB887F42BEEB8F68FE8A24CE</vt:lpwstr>
  </property>
</Properties>
</file>